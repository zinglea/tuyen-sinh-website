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8241-04F0-9067-9DAC-731D3ABC5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F9C2C-EA1B-C959-11B3-8AFB279A2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9B866-537F-40F1-77E1-FF52AA17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E9F3D-FFA9-8167-49E8-4809ECCB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51637-7F0D-22CA-B564-150D706B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3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226B2-6345-B01A-E594-2F4636409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CDE94-A508-DBAF-C284-DA4B14979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A4955-8CA8-2E25-2EF2-78E1A55DE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106AF-83A9-6CDC-1A87-4C7E0C9E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D950C-A6CC-0813-FDF8-B6E8F2BD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9CD0-AD29-82AE-B7A1-D235C4D0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6DDF2-1509-C39D-8912-5949828F2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385F7-35AC-0247-FFB6-41346FD7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45B31-3F2F-0065-A089-218FCB94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3E444-CD6C-48C9-34B3-64A5F801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2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B29C-A423-439D-7460-4FC9C9E1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F45C-C9A0-87B9-98D0-8E621DA72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EC71C9-4B8E-8704-A305-248B5F846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B9BBB-BCFF-3576-9B5E-B3DCF4529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22BD3-C054-7FA5-3457-68AB590C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7F1B2-9411-FC82-8ECF-8AB6BEFA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DF05-B43F-E638-8152-0858CCCF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D468C-2474-9673-F56B-2A9473EB1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8CE0B-C6E5-6274-E505-21135B14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691F5-F939-1607-E41E-BED240C90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18B12-094B-9529-1D79-AD824983E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7BC697-0D21-6837-2EB7-D4C62D04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9B3BF9-4C28-69EF-B76C-23D63040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C970C5-2802-B1B0-F2F5-6A943E3DA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8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5008-858B-F1EF-1C09-D2AF4F425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72E347-1F5F-21CA-B80E-12C872E9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FEEAD-A41B-7806-5092-85DBA13C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BF602-14F0-350E-9E21-76B925BD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87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5D229-47AC-86DD-27D1-1B443408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4D68C3-4924-69C5-AD85-F3F38802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C7015-B0EF-1E6A-FDBC-603C61C2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93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9090-E65A-A4F4-25EE-B6B3FECF3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E98C7-0A78-3E92-49B6-4AB90E50E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FA06F-A78D-5840-F076-BB16D3FB7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B91B8-1830-1A72-6685-1B85EF5C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9C08A-0138-B846-9A0C-81656DDF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41AF0-B5D0-3248-37C0-F4BDDDF1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2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6CAE1-CED9-04CA-31ED-50D9775D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8B61F-9AE2-49ED-2149-3BA3441E9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D3A71-D544-F311-8754-3FB086776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1A8FF-721B-C441-0293-07510C2B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B6C89-6E2A-C69A-428C-05A8E239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88CDE-A151-2001-4D15-6E024F30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62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71DC-CF95-7A4D-90E3-126451FD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F46E9-DA8C-1201-0CC4-FA3BF1A0E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1BD2-0DBC-42AF-44E5-C27B805F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7E8B2-0695-A7BF-87B3-52AF2C5F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4C20D-7573-7D81-B3CE-91266310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7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4942A-3794-F910-0C2A-C9250022B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D9EC4-DDA8-F075-2313-13925B05E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560C0-4BA2-984E-ED4E-8FC7707A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48C5-06DE-2224-9C6E-82637045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73B89-6BD5-473A-327A-59639A13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9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4BB5A-CFB9-925E-1411-9ACD60CB9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E76B0-A2E2-039B-FE90-2B4E3DBBA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63EBF-7F24-71F7-D8D8-8B4CDB012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C17FB-DA9F-457F-9F52-1E6CF5688C4E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3742-B9C7-0505-BEA4-82ACCF3A8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2CBBA-53F4-AEDB-73E6-2E4D8F248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BF9BB-94AC-4DEB-A5AF-CF88D158B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0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J62JHEE6GA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nline Media 5" title="Xem Như Tôi Từng Cưới Được Cô Ấy, Hôn Lễ Của Em - Nhạc Trẻ Ballad Việt 2026 Triệu View Hot TikTok">
            <a:hlinkClick r:id="" action="ppaction://media"/>
            <a:extLst>
              <a:ext uri="{FF2B5EF4-FFF2-40B4-BE49-F238E27FC236}">
                <a16:creationId xmlns:a16="http://schemas.microsoft.com/office/drawing/2014/main" id="{D40A08FE-65FF-EB7D-4A1C-8AE5F4A7F70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065564" y="1671676"/>
            <a:ext cx="4614203" cy="32842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7D708F-C82E-0A20-878B-AFC28D33B558}"/>
              </a:ext>
            </a:extLst>
          </p:cNvPr>
          <p:cNvSpPr txBox="1"/>
          <p:nvPr/>
        </p:nvSpPr>
        <p:spPr>
          <a:xfrm>
            <a:off x="713935" y="144795"/>
            <a:ext cx="60983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#Loaivb: VIDEO</a:t>
            </a:r>
          </a:p>
          <a:p>
            <a:r>
              <a:rPr lang="en-US" sz="800" dirty="0"/>
              <a:t>#Tieude: TESTVIDEO</a:t>
            </a:r>
          </a:p>
          <a:p>
            <a:r>
              <a:rPr lang="en-US" sz="800" dirty="0"/>
              <a:t>#Tacgia: XONG</a:t>
            </a:r>
          </a:p>
          <a:p>
            <a:r>
              <a:rPr lang="en-US" sz="800" dirty="0"/>
              <a:t>#Ngay: 01/03/2026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B0EF0-0DEB-E66A-8685-F0BF6126031B}"/>
              </a:ext>
            </a:extLst>
          </p:cNvPr>
          <p:cNvSpPr txBox="1"/>
          <p:nvPr/>
        </p:nvSpPr>
        <p:spPr>
          <a:xfrm>
            <a:off x="713935" y="942534"/>
            <a:ext cx="7206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giờ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đêm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hai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đứng</a:t>
            </a:r>
            <a:r>
              <a:rPr lang="en-US" dirty="0">
                <a:solidFill>
                  <a:schemeClr val="bg1"/>
                </a:solidFill>
              </a:rPr>
              <a:t> chia </a:t>
            </a:r>
            <a:r>
              <a:rPr lang="en-US" dirty="0" err="1">
                <a:solidFill>
                  <a:schemeClr val="bg1"/>
                </a:solidFill>
              </a:rPr>
              <a:t>một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nụ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hôn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một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cuối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đôi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tim</a:t>
            </a:r>
            <a:r>
              <a:rPr lang="en-US" dirty="0">
                <a:solidFill>
                  <a:schemeClr val="bg1"/>
                </a:solidFill>
              </a:rPr>
              <a:t> rung </a:t>
            </a:r>
            <a:r>
              <a:rPr lang="en-US" dirty="0" err="1">
                <a:solidFill>
                  <a:schemeClr val="bg1"/>
                </a:solidFill>
              </a:rPr>
              <a:t>lên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ngày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bắt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đầu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AEFB7-B5DB-D962-EE10-78B97C964760}"/>
              </a:ext>
            </a:extLst>
          </p:cNvPr>
          <p:cNvSpPr txBox="1"/>
          <p:nvPr/>
        </p:nvSpPr>
        <p:spPr>
          <a:xfrm>
            <a:off x="4664612" y="5592300"/>
            <a:ext cx="7206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giờ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đêm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một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ngắm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tầng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mây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giá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như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em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26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</Words>
  <Application>Microsoft Office PowerPoint</Application>
  <PresentationFormat>Widescreen</PresentationFormat>
  <Paragraphs>6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Manh Nguyen</dc:creator>
  <cp:lastModifiedBy>Manh Nguyen</cp:lastModifiedBy>
  <cp:revision>8</cp:revision>
  <dcterms:created xsi:type="dcterms:W3CDTF">2026-03-01T14:22:22Z</dcterms:created>
  <dcterms:modified xsi:type="dcterms:W3CDTF">2026-03-02T11:32:00Z</dcterms:modified>
</cp:coreProperties>
</file>